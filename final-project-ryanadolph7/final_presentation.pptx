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7"/>
  </p:normalViewPr>
  <p:slideViewPr>
    <p:cSldViewPr snapToGrid="0">
      <p:cViewPr>
        <p:scale>
          <a:sx n="110" d="100"/>
          <a:sy n="110" d="100"/>
        </p:scale>
        <p:origin x="8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14259-5580-1214-0F41-3715FEB98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7071" y="1584552"/>
            <a:ext cx="9099255" cy="2537251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dirty="0">
                <a:solidFill>
                  <a:srgbClr val="454545"/>
                </a:solidFill>
              </a:rPr>
              <a:t>Basic flight controller – Gyroscope, Accelerometer, distance sensor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96362-A39E-4542-4D11-46DE1E78E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5372" y="4133234"/>
            <a:ext cx="9120954" cy="74437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EELE 465 Microcontroller applications final project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Ryan Adolph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950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51B10-E6BD-256E-030E-6EE48A91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69210-BFEE-FE2D-14D0-27C50832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this project was the be the basis for a future drone flight controller</a:t>
            </a:r>
          </a:p>
          <a:p>
            <a:r>
              <a:rPr lang="en-US" dirty="0"/>
              <a:t>I wanted to be able to use a gyroscope to detect my boards 3-D acceleration and change in position so my MCU will have some information of where it is in space</a:t>
            </a:r>
          </a:p>
          <a:p>
            <a:r>
              <a:rPr lang="en-US" dirty="0"/>
              <a:t>I also wanted to implement a distance sensor as the start of a self-landing + takeoff vehicle that is aware of how close it is to the ground or other objects</a:t>
            </a:r>
          </a:p>
          <a:p>
            <a:r>
              <a:rPr lang="en-US" dirty="0"/>
              <a:t>Output these values onto an LCD display so that the user is able to read the data in real time </a:t>
            </a:r>
          </a:p>
        </p:txBody>
      </p:sp>
    </p:spTree>
    <p:extLst>
      <p:ext uri="{BB962C8B-B14F-4D97-AF65-F5344CB8AC3E}">
        <p14:creationId xmlns:p14="http://schemas.microsoft.com/office/powerpoint/2010/main" val="928426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4870-000C-8AC9-0490-18B94770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implemented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110C9-F5B1-FCF0-ACE2-DA5CC3F47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9F1D9-6F83-E0E1-7B46-C965F3160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Top - 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LSM6DS33 3D Accelerometer and Gyro Carrier </a:t>
            </a:r>
          </a:p>
          <a:p>
            <a:r>
              <a:rPr lang="en-US" dirty="0"/>
              <a:t>Bottom -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Pololu</a:t>
            </a:r>
            <a:r>
              <a:rPr lang="en-US" b="1" i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Distance Sensor with Pulse Width Output, 130cm Max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D285AE-62FB-6996-2113-A2C55960A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9918"/>
            <a:ext cx="2612744" cy="2090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82FE8A4-78F0-478E-C37F-07C453C76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394" y="2703974"/>
            <a:ext cx="3030808" cy="242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78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C39A5-5B4C-103A-5FCA-2F55F831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</a:p>
        </p:txBody>
      </p:sp>
      <p:pic>
        <p:nvPicPr>
          <p:cNvPr id="5" name="Content Placeholder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E198E73B-C8F2-9D16-F366-965C1881C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130" y="2136603"/>
            <a:ext cx="7611740" cy="3557760"/>
          </a:xfrm>
        </p:spPr>
      </p:pic>
    </p:spTree>
    <p:extLst>
      <p:ext uri="{BB962C8B-B14F-4D97-AF65-F5344CB8AC3E}">
        <p14:creationId xmlns:p14="http://schemas.microsoft.com/office/powerpoint/2010/main" val="50079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8330-B640-50B9-6324-9B6F6C52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MSP430FR2153</a:t>
            </a:r>
            <a:br>
              <a:rPr lang="en-US" dirty="0"/>
            </a:br>
            <a:r>
              <a:rPr lang="en-US" dirty="0"/>
              <a:t>main flowchart</a:t>
            </a:r>
          </a:p>
        </p:txBody>
      </p:sp>
      <p:pic>
        <p:nvPicPr>
          <p:cNvPr id="11" name="Content Placeholder 10" descr="A diagram of a sensor flow chart&#10;&#10;AI-generated content may be incorrect.">
            <a:extLst>
              <a:ext uri="{FF2B5EF4-FFF2-40B4-BE49-F238E27FC236}">
                <a16:creationId xmlns:a16="http://schemas.microsoft.com/office/drawing/2014/main" id="{74783951-99C6-716F-3431-236D08E06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6092" y="187202"/>
            <a:ext cx="7047404" cy="564303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E1D3BE-D652-229C-8DF7-50D3A2CB1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587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6DBA-D018-2BF3-B9AF-3AC1224A5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DEVELOPMENT</a:t>
            </a:r>
            <a:br>
              <a:rPr lang="en-US" dirty="0"/>
            </a:br>
            <a:r>
              <a:rPr lang="en-US" dirty="0"/>
              <a:t>April 6</a:t>
            </a:r>
            <a:r>
              <a:rPr lang="en-US" baseline="30000" dirty="0"/>
              <a:t>th</a:t>
            </a:r>
            <a:r>
              <a:rPr lang="en-US" dirty="0"/>
              <a:t> – April 16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F3AC062-3338-48EC-9F6C-C51C87183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46399" y="2012810"/>
            <a:ext cx="6106050" cy="3459865"/>
            <a:chOff x="7630846" y="2123762"/>
            <a:chExt cx="6106050" cy="3481923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FE4AE22-B9F9-473C-9582-EEB617C47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630846" y="2123762"/>
              <a:ext cx="6106050" cy="3481923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A7ADE4-5677-482B-AF48-161D6BBE8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9809" y="2294169"/>
              <a:ext cx="5791670" cy="314996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person pointing at a circuit board&#10;&#10;AI-generated content may be incorrect.">
            <a:extLst>
              <a:ext uri="{FF2B5EF4-FFF2-40B4-BE49-F238E27FC236}">
                <a16:creationId xmlns:a16="http://schemas.microsoft.com/office/drawing/2014/main" id="{5760BDC8-9078-5307-C29C-55AB333F12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40" r="-6" b="3643"/>
          <a:stretch>
            <a:fillRect/>
          </a:stretch>
        </p:blipFill>
        <p:spPr>
          <a:xfrm rot="5400000">
            <a:off x="3239260" y="2940940"/>
            <a:ext cx="2500948" cy="1600200"/>
          </a:xfrm>
          <a:prstGeom prst="rect">
            <a:avLst/>
          </a:prstGeom>
        </p:spPr>
      </p:pic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E1C2655-B789-8BE5-BF8E-F896A6084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-6" b="14683"/>
          <a:stretch>
            <a:fillRect/>
          </a:stretch>
        </p:blipFill>
        <p:spPr>
          <a:xfrm rot="5400000">
            <a:off x="1372025" y="2940940"/>
            <a:ext cx="2500948" cy="1600200"/>
          </a:xfrm>
          <a:prstGeom prst="rect">
            <a:avLst/>
          </a:prstGeom>
        </p:spPr>
      </p:pic>
      <p:pic>
        <p:nvPicPr>
          <p:cNvPr id="11" name="Picture 10" descr="A hand holding a computer screen&#10;&#10;AI-generated content may be incorrect.">
            <a:extLst>
              <a:ext uri="{FF2B5EF4-FFF2-40B4-BE49-F238E27FC236}">
                <a16:creationId xmlns:a16="http://schemas.microsoft.com/office/drawing/2014/main" id="{9D202B72-594C-254B-0B0A-7B61057CFD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41" r="-6" b="242"/>
          <a:stretch>
            <a:fillRect/>
          </a:stretch>
        </p:blipFill>
        <p:spPr>
          <a:xfrm rot="5400000">
            <a:off x="5004877" y="2940940"/>
            <a:ext cx="2500948" cy="1600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140725-79D5-3FE3-B3B1-766729235311}"/>
              </a:ext>
            </a:extLst>
          </p:cNvPr>
          <p:cNvSpPr txBox="1"/>
          <p:nvPr/>
        </p:nvSpPr>
        <p:spPr>
          <a:xfrm>
            <a:off x="8035397" y="2015734"/>
            <a:ext cx="3016300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8575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Left: April 6</a:t>
            </a:r>
            <a:r>
              <a:rPr lang="en-US" baseline="30000" dirty="0"/>
              <a:t>th</a:t>
            </a:r>
            <a:r>
              <a:rPr lang="en-US" dirty="0"/>
              <a:t> – got the gyroscope initially programmed and outputting something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Right: April 10</a:t>
            </a:r>
            <a:r>
              <a:rPr lang="en-US" baseline="30000" dirty="0"/>
              <a:t>th</a:t>
            </a:r>
            <a:r>
              <a:rPr lang="en-US" dirty="0"/>
              <a:t> – gyro is not outputting the correct data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Middle: April 10</a:t>
            </a:r>
            <a:r>
              <a:rPr lang="en-US" baseline="30000" dirty="0"/>
              <a:t>th</a:t>
            </a:r>
            <a:r>
              <a:rPr lang="en-US" dirty="0"/>
              <a:t> – I gave up on getting it working for this week</a:t>
            </a:r>
          </a:p>
        </p:txBody>
      </p:sp>
    </p:spTree>
    <p:extLst>
      <p:ext uri="{BB962C8B-B14F-4D97-AF65-F5344CB8AC3E}">
        <p14:creationId xmlns:p14="http://schemas.microsoft.com/office/powerpoint/2010/main" val="4229737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E0836B-0181-4136-AAB7-0504CFED7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7A4590-41A2-42FE-A36F-B7E203FA9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8938" y="1847088"/>
            <a:ext cx="283152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BB6522-0A28-6993-34F9-AE0D4E037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23" y="804520"/>
            <a:ext cx="2830940" cy="1049235"/>
          </a:xfrm>
        </p:spPr>
        <p:txBody>
          <a:bodyPr>
            <a:normAutofit/>
          </a:bodyPr>
          <a:lstStyle/>
          <a:p>
            <a:r>
              <a:rPr lang="en-US" sz="3000"/>
              <a:t>Development cont.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7CBE1A-FFC1-437A-9C4F-81A95AA7E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56FDC85-95FD-20F0-54B6-2F6ACFECD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24" y="2015732"/>
            <a:ext cx="2828026" cy="32875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Left: April 14</a:t>
            </a:r>
            <a:r>
              <a:rPr lang="en-US" baseline="30000" dirty="0"/>
              <a:t>th</a:t>
            </a:r>
            <a:r>
              <a:rPr lang="en-US" dirty="0"/>
              <a:t> – got the gyro working!! Also learned I soldered it upside-down</a:t>
            </a:r>
          </a:p>
          <a:p>
            <a:r>
              <a:rPr lang="en-US" dirty="0"/>
              <a:t>Right: April 14</a:t>
            </a:r>
            <a:r>
              <a:rPr lang="en-US" baseline="30000" dirty="0"/>
              <a:t>th</a:t>
            </a:r>
            <a:r>
              <a:rPr lang="en-US" dirty="0"/>
              <a:t> – finally have the gyroscope outputting correct values from debugging + reading its data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A9E3941-E855-4A43-B613-3B0A5D373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9FE070-5DD6-4671-A7A2-91D255BBF6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A77A395-788F-4913-A014-5D1B3E25B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green screen with wires and wires&#10;&#10;AI-generated content may be incorrect.">
            <a:extLst>
              <a:ext uri="{FF2B5EF4-FFF2-40B4-BE49-F238E27FC236}">
                <a16:creationId xmlns:a16="http://schemas.microsoft.com/office/drawing/2014/main" id="{561527BA-C095-5E41-7813-06674548D6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428" b="1"/>
          <a:stretch>
            <a:fillRect/>
          </a:stretch>
        </p:blipFill>
        <p:spPr>
          <a:xfrm rot="5400000">
            <a:off x="4626743" y="1111748"/>
            <a:ext cx="3858645" cy="3880765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FC339E6-E348-31CA-CDC0-F7F363B034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85"/>
          <a:stretch>
            <a:fillRect/>
          </a:stretch>
        </p:blipFill>
        <p:spPr>
          <a:xfrm rot="5400000">
            <a:off x="8681470" y="1106787"/>
            <a:ext cx="2216222" cy="2251790"/>
          </a:xfrm>
          <a:prstGeom prst="rect">
            <a:avLst/>
          </a:prstGeom>
        </p:spPr>
      </p:pic>
      <p:pic>
        <p:nvPicPr>
          <p:cNvPr id="7" name="Picture 6" descr="A computer screen with a black screen&#10;&#10;AI-generated content may be incorrect.">
            <a:extLst>
              <a:ext uri="{FF2B5EF4-FFF2-40B4-BE49-F238E27FC236}">
                <a16:creationId xmlns:a16="http://schemas.microsoft.com/office/drawing/2014/main" id="{BB039B52-3672-73CC-E2F0-41A7218F37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71" r="43945" b="4"/>
          <a:stretch>
            <a:fillRect/>
          </a:stretch>
        </p:blipFill>
        <p:spPr>
          <a:xfrm rot="5400000">
            <a:off x="9049791" y="3116831"/>
            <a:ext cx="1476069" cy="225530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0861CB2-E220-4FB7-A994-A1CCE9AB1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9629C9-C99F-47E2-B01E-6773B5DD8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901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EED2B910-B28F-4A54-B17C-8B7E5893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45F118-1DF8-46A9-8A77-B3D9422CE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98775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5798D719-0802-A7F2-6BAB-F692FE07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457" y="804519"/>
            <a:ext cx="5550357" cy="1049235"/>
          </a:xfrm>
        </p:spPr>
        <p:txBody>
          <a:bodyPr>
            <a:normAutofit/>
          </a:bodyPr>
          <a:lstStyle/>
          <a:p>
            <a:r>
              <a:rPr lang="en-US"/>
              <a:t>Development end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CAB7D27-148D-4082-B160-72FAD580D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9" name="Picture 8" descr="A green screen with wires and wires&#10;&#10;AI-generated content may be incorrect.">
            <a:extLst>
              <a:ext uri="{FF2B5EF4-FFF2-40B4-BE49-F238E27FC236}">
                <a16:creationId xmlns:a16="http://schemas.microsoft.com/office/drawing/2014/main" id="{31B91E52-4C23-6F6E-F500-60C86B19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9" r="3" b="3"/>
          <a:stretch>
            <a:fillRect/>
          </a:stretch>
        </p:blipFill>
        <p:spPr>
          <a:xfrm>
            <a:off x="785359" y="481108"/>
            <a:ext cx="3768596" cy="2491815"/>
          </a:xfrm>
          <a:prstGeom prst="rect">
            <a:avLst/>
          </a:prstGeom>
        </p:spPr>
      </p:pic>
      <p:pic>
        <p:nvPicPr>
          <p:cNvPr id="7" name="Content Placeholder 6" descr="A circuit board with wires and a green screen&#10;&#10;AI-generated content may be incorrect.">
            <a:extLst>
              <a:ext uri="{FF2B5EF4-FFF2-40B4-BE49-F238E27FC236}">
                <a16:creationId xmlns:a16="http://schemas.microsoft.com/office/drawing/2014/main" id="{4408C0BC-E1D3-A420-0ECF-84F7E1A532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38" r="3" b="3"/>
          <a:stretch>
            <a:fillRect/>
          </a:stretch>
        </p:blipFill>
        <p:spPr>
          <a:xfrm>
            <a:off x="784576" y="3137516"/>
            <a:ext cx="3770162" cy="2492878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50C593-27AC-A855-C180-59C5EBC6D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6457" y="2015732"/>
            <a:ext cx="5550357" cy="3450613"/>
          </a:xfrm>
        </p:spPr>
        <p:txBody>
          <a:bodyPr>
            <a:normAutofit/>
          </a:bodyPr>
          <a:lstStyle/>
          <a:p>
            <a:r>
              <a:rPr lang="en-US" dirty="0"/>
              <a:t>Bottom: April 16</a:t>
            </a:r>
            <a:r>
              <a:rPr lang="en-US" baseline="30000" dirty="0"/>
              <a:t>th</a:t>
            </a:r>
            <a:r>
              <a:rPr lang="en-US" dirty="0"/>
              <a:t> – Got the PWM distance sensor implemented </a:t>
            </a:r>
          </a:p>
          <a:p>
            <a:r>
              <a:rPr lang="en-US" dirty="0"/>
              <a:t>Top: April 16</a:t>
            </a:r>
            <a:r>
              <a:rPr lang="en-US" baseline="30000" dirty="0"/>
              <a:t>th</a:t>
            </a:r>
            <a:r>
              <a:rPr lang="en-US" dirty="0"/>
              <a:t> – Implemented Too-Close and Too-Far / No Object detected printing for distance sensor. Need to test its accuracy and adjust distance calculations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CD88FC76-F691-462A-BCF9-0BA4F5DE6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3204A7E-B7E9-42D0-9DC4-B82FDC8C4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610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80370-B65C-4A62-01F5-FD3BDBD5A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US" sz="2800"/>
              <a:t>Testing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1DD906-B31E-7EB7-8E61-44DA4019F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25113" cy="40741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 had initially noticed that the values being calculated for my gyroscope were starting at higher values than they should when the gyro is still, so I added a loop that got the average reading for the first 500 readings and subtracted that from the current reading before printing</a:t>
            </a:r>
          </a:p>
          <a:p>
            <a:pPr lvl="1"/>
            <a:r>
              <a:rPr lang="en-US" dirty="0"/>
              <a:t>I was doing research on better filtering algorithms (i.e. </a:t>
            </a:r>
            <a:r>
              <a:rPr lang="en-US" dirty="0" err="1"/>
              <a:t>Kalmans</a:t>
            </a:r>
            <a:r>
              <a:rPr lang="en-US" dirty="0"/>
              <a:t> Filter) but I didn’t implement that yet…</a:t>
            </a:r>
          </a:p>
          <a:p>
            <a:pPr lvl="1"/>
            <a:r>
              <a:rPr lang="en-US" dirty="0"/>
              <a:t>Here is the video of me testing the gyroscope / accelerometer</a:t>
            </a:r>
          </a:p>
        </p:txBody>
      </p:sp>
      <p:pic>
        <p:nvPicPr>
          <p:cNvPr id="4" name="IMG_2531_5D117F5A-A0CA-4303-B2F9-7071EBDE1B98.mp4">
            <a:hlinkClick r:id="" action="ppaction://media"/>
            <a:extLst>
              <a:ext uri="{FF2B5EF4-FFF2-40B4-BE49-F238E27FC236}">
                <a16:creationId xmlns:a16="http://schemas.microsoft.com/office/drawing/2014/main" id="{60018DA7-3FE1-B5F1-DD33-83E2A1CC16A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49778" y="804519"/>
            <a:ext cx="2973029" cy="52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3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7000</TotalTime>
  <Words>356</Words>
  <Application>Microsoft Macintosh PowerPoint</Application>
  <PresentationFormat>Widescreen</PresentationFormat>
  <Paragraphs>26</Paragraphs>
  <Slides>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Basic flight controller – Gyroscope, Accelerometer, distance sensor </vt:lpstr>
      <vt:lpstr>Goal</vt:lpstr>
      <vt:lpstr>Parts implemented </vt:lpstr>
      <vt:lpstr>Circuit Diagram</vt:lpstr>
      <vt:lpstr>MSP430FR2153 main flowchart</vt:lpstr>
      <vt:lpstr>DEVELOPMENT April 6th – April 16th </vt:lpstr>
      <vt:lpstr>Development cont.</vt:lpstr>
      <vt:lpstr>Development end</vt:lpstr>
      <vt:lpstr>Testing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Adolph, Ryan</dc:creator>
  <cp:lastModifiedBy>Adolph, Ryan</cp:lastModifiedBy>
  <cp:revision>5</cp:revision>
  <dcterms:created xsi:type="dcterms:W3CDTF">2026-04-16T21:16:32Z</dcterms:created>
  <dcterms:modified xsi:type="dcterms:W3CDTF">2026-04-21T17:57:02Z</dcterms:modified>
</cp:coreProperties>
</file>