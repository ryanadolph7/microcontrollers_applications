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7"/>
  </p:normalViewPr>
  <p:slideViewPr>
    <p:cSldViewPr snapToGrid="0">
      <p:cViewPr>
        <p:scale>
          <a:sx n="121" d="100"/>
          <a:sy n="121" d="100"/>
        </p:scale>
        <p:origin x="3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51FE-822E-ABAC-A585-1BC866C192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4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AC65E-356C-FD99-B49C-14F155E926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Andrew Kernan &amp; Ryan Adolph</a:t>
            </a:r>
          </a:p>
        </p:txBody>
      </p:sp>
    </p:spTree>
    <p:extLst>
      <p:ext uri="{BB962C8B-B14F-4D97-AF65-F5344CB8AC3E}">
        <p14:creationId xmlns:p14="http://schemas.microsoft.com/office/powerpoint/2010/main" val="155031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BBED-043A-68E2-65CC-A3165D28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Diagram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D1A21CAE-8938-CAC4-ECCF-71CDA6F7D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116441"/>
            <a:ext cx="7729727" cy="4145944"/>
          </a:xfrm>
        </p:spPr>
      </p:pic>
    </p:spTree>
    <p:extLst>
      <p:ext uri="{BB962C8B-B14F-4D97-AF65-F5344CB8AC3E}">
        <p14:creationId xmlns:p14="http://schemas.microsoft.com/office/powerpoint/2010/main" val="364516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6C3D-E163-5D3A-A909-5A7125AC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703" y="670402"/>
            <a:ext cx="4516505" cy="1188720"/>
          </a:xfrm>
        </p:spPr>
        <p:txBody>
          <a:bodyPr/>
          <a:lstStyle/>
          <a:p>
            <a:r>
              <a:rPr lang="en-US" dirty="0"/>
              <a:t>Main </a:t>
            </a:r>
            <a:br>
              <a:rPr lang="en-US" dirty="0"/>
            </a:br>
            <a:r>
              <a:rPr lang="en-US" dirty="0" err="1"/>
              <a:t>FLOw</a:t>
            </a:r>
            <a:r>
              <a:rPr lang="en-US" dirty="0"/>
              <a:t> chart</a:t>
            </a:r>
          </a:p>
        </p:txBody>
      </p:sp>
      <p:pic>
        <p:nvPicPr>
          <p:cNvPr id="9" name="Content Placeholder 8" descr="A diagram of a program&#10;&#10;AI-generated content may be incorrect.">
            <a:extLst>
              <a:ext uri="{FF2B5EF4-FFF2-40B4-BE49-F238E27FC236}">
                <a16:creationId xmlns:a16="http://schemas.microsoft.com/office/drawing/2014/main" id="{6F91FC13-5CDE-37A0-B117-D1CC4401F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1486"/>
            <a:ext cx="5129048" cy="6594491"/>
          </a:xfrm>
        </p:spPr>
      </p:pic>
    </p:spTree>
    <p:extLst>
      <p:ext uri="{BB962C8B-B14F-4D97-AF65-F5344CB8AC3E}">
        <p14:creationId xmlns:p14="http://schemas.microsoft.com/office/powerpoint/2010/main" val="196289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F6427-0859-8A96-345A-71D3E5BB0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896" y="964692"/>
            <a:ext cx="4337830" cy="1188720"/>
          </a:xfrm>
        </p:spPr>
        <p:txBody>
          <a:bodyPr/>
          <a:lstStyle/>
          <a:p>
            <a:r>
              <a:rPr lang="en-US" dirty="0"/>
              <a:t>Class Diagram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522BF280-C8F0-A597-40B4-D54A22657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274" y="387673"/>
            <a:ext cx="6534492" cy="5983391"/>
          </a:xfrm>
        </p:spPr>
      </p:pic>
    </p:spTree>
    <p:extLst>
      <p:ext uri="{BB962C8B-B14F-4D97-AF65-F5344CB8AC3E}">
        <p14:creationId xmlns:p14="http://schemas.microsoft.com/office/powerpoint/2010/main" val="388956149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298</TotalTime>
  <Words>16</Words>
  <Application>Microsoft Macintosh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Parcel</vt:lpstr>
      <vt:lpstr>Project 4 Presentation</vt:lpstr>
      <vt:lpstr>Circuit Diagram</vt:lpstr>
      <vt:lpstr>Main  FLOw chart</vt:lpstr>
      <vt:lpstr>Class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Adolph, Ryan</dc:creator>
  <cp:lastModifiedBy>Adolph, Ryan</cp:lastModifiedBy>
  <cp:revision>1</cp:revision>
  <cp:lastPrinted>2026-03-03T22:05:48Z</cp:lastPrinted>
  <dcterms:created xsi:type="dcterms:W3CDTF">2026-03-03T19:26:41Z</dcterms:created>
  <dcterms:modified xsi:type="dcterms:W3CDTF">2026-03-04T00:25:16Z</dcterms:modified>
</cp:coreProperties>
</file>