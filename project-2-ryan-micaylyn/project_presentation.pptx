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57" r:id="rId2"/>
    <p:sldId id="258" r:id="rId3"/>
    <p:sldId id="259" r:id="rId4"/>
    <p:sldId id="263"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15"/>
    <p:restoredTop sz="94707"/>
  </p:normalViewPr>
  <p:slideViewPr>
    <p:cSldViewPr snapToGrid="0">
      <p:cViewPr varScale="1">
        <p:scale>
          <a:sx n="95" d="100"/>
          <a:sy n="95" d="100"/>
        </p:scale>
        <p:origin x="200" y="9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2/3/26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2/3/26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2/3/26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2/3/26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2/3/26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2/3/26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2/3/26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2/3/26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2/3/26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2/3/26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6A90B-D316-C307-7C7B-03BB33B042C4}"/>
              </a:ext>
            </a:extLst>
          </p:cNvPr>
          <p:cNvSpPr>
            <a:spLocks noGrp="1"/>
          </p:cNvSpPr>
          <p:nvPr>
            <p:ph type="title"/>
          </p:nvPr>
        </p:nvSpPr>
        <p:spPr/>
        <p:txBody>
          <a:bodyPr/>
          <a:lstStyle/>
          <a:p>
            <a:r>
              <a:rPr lang="en-US" dirty="0"/>
              <a:t>Goal of project 2 – I2C Bit Banging</a:t>
            </a:r>
          </a:p>
        </p:txBody>
      </p:sp>
      <p:sp>
        <p:nvSpPr>
          <p:cNvPr id="3" name="Content Placeholder 2">
            <a:extLst>
              <a:ext uri="{FF2B5EF4-FFF2-40B4-BE49-F238E27FC236}">
                <a16:creationId xmlns:a16="http://schemas.microsoft.com/office/drawing/2014/main" id="{C98ED53B-7C70-D80F-E21E-118FEB663ABB}"/>
              </a:ext>
            </a:extLst>
          </p:cNvPr>
          <p:cNvSpPr>
            <a:spLocks noGrp="1"/>
          </p:cNvSpPr>
          <p:nvPr>
            <p:ph idx="1"/>
          </p:nvPr>
        </p:nvSpPr>
        <p:spPr/>
        <p:txBody>
          <a:bodyPr/>
          <a:lstStyle/>
          <a:p>
            <a:pPr marL="0" indent="0">
              <a:buNone/>
            </a:pPr>
            <a:r>
              <a:rPr lang="en-US" dirty="0"/>
              <a:t>The main goal of this project was to increase our knowledge on how the communication protocol, I2C, works by bit banging. The end goal of this project was to bit bang I2C to a real time clock, however I didn’t get this far since I was by myself so I was struggling to </a:t>
            </a:r>
            <a:r>
              <a:rPr lang="en-US"/>
              <a:t>receive data.</a:t>
            </a:r>
            <a:br>
              <a:rPr lang="en-US" dirty="0"/>
            </a:br>
            <a:endParaRPr lang="en-US" dirty="0"/>
          </a:p>
        </p:txBody>
      </p:sp>
    </p:spTree>
    <p:extLst>
      <p:ext uri="{BB962C8B-B14F-4D97-AF65-F5344CB8AC3E}">
        <p14:creationId xmlns:p14="http://schemas.microsoft.com/office/powerpoint/2010/main" val="3200350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B7D46-13BD-1249-B139-A82A12BE0A78}"/>
              </a:ext>
            </a:extLst>
          </p:cNvPr>
          <p:cNvSpPr>
            <a:spLocks noGrp="1"/>
          </p:cNvSpPr>
          <p:nvPr>
            <p:ph type="title"/>
          </p:nvPr>
        </p:nvSpPr>
        <p:spPr>
          <a:xfrm>
            <a:off x="2231136" y="176416"/>
            <a:ext cx="7729728" cy="1188720"/>
          </a:xfrm>
        </p:spPr>
        <p:txBody>
          <a:bodyPr/>
          <a:lstStyle/>
          <a:p>
            <a:r>
              <a:rPr lang="en-US" dirty="0"/>
              <a:t>Screenshots</a:t>
            </a:r>
          </a:p>
        </p:txBody>
      </p:sp>
      <p:pic>
        <p:nvPicPr>
          <p:cNvPr id="15" name="Content Placeholder 14">
            <a:extLst>
              <a:ext uri="{FF2B5EF4-FFF2-40B4-BE49-F238E27FC236}">
                <a16:creationId xmlns:a16="http://schemas.microsoft.com/office/drawing/2014/main" id="{76EEFB4E-AF7F-E958-6A86-13B70BE6EE87}"/>
              </a:ext>
            </a:extLst>
          </p:cNvPr>
          <p:cNvPicPr>
            <a:picLocks noGrp="1" noChangeAspect="1"/>
          </p:cNvPicPr>
          <p:nvPr>
            <p:ph idx="1"/>
          </p:nvPr>
        </p:nvPicPr>
        <p:blipFill>
          <a:blip r:embed="rId2"/>
          <a:stretch>
            <a:fillRect/>
          </a:stretch>
        </p:blipFill>
        <p:spPr>
          <a:xfrm>
            <a:off x="536109" y="1506832"/>
            <a:ext cx="10795601" cy="925580"/>
          </a:xfrm>
        </p:spPr>
      </p:pic>
      <p:pic>
        <p:nvPicPr>
          <p:cNvPr id="17" name="Picture 16">
            <a:extLst>
              <a:ext uri="{FF2B5EF4-FFF2-40B4-BE49-F238E27FC236}">
                <a16:creationId xmlns:a16="http://schemas.microsoft.com/office/drawing/2014/main" id="{E8246640-3B3C-5F11-27D0-AD861C5E07C7}"/>
              </a:ext>
            </a:extLst>
          </p:cNvPr>
          <p:cNvPicPr>
            <a:picLocks noChangeAspect="1"/>
          </p:cNvPicPr>
          <p:nvPr/>
        </p:nvPicPr>
        <p:blipFill>
          <a:blip r:embed="rId3"/>
          <a:stretch>
            <a:fillRect/>
          </a:stretch>
        </p:blipFill>
        <p:spPr>
          <a:xfrm>
            <a:off x="545940" y="3042984"/>
            <a:ext cx="10822627" cy="871577"/>
          </a:xfrm>
          <a:prstGeom prst="rect">
            <a:avLst/>
          </a:prstGeom>
        </p:spPr>
      </p:pic>
      <p:sp>
        <p:nvSpPr>
          <p:cNvPr id="18" name="TextBox 17">
            <a:extLst>
              <a:ext uri="{FF2B5EF4-FFF2-40B4-BE49-F238E27FC236}">
                <a16:creationId xmlns:a16="http://schemas.microsoft.com/office/drawing/2014/main" id="{E1934C20-912C-186E-7840-DBEB90D0373C}"/>
              </a:ext>
            </a:extLst>
          </p:cNvPr>
          <p:cNvSpPr txBox="1"/>
          <p:nvPr/>
        </p:nvSpPr>
        <p:spPr>
          <a:xfrm>
            <a:off x="712694" y="2574108"/>
            <a:ext cx="10448365" cy="369332"/>
          </a:xfrm>
          <a:prstGeom prst="rect">
            <a:avLst/>
          </a:prstGeom>
          <a:noFill/>
        </p:spPr>
        <p:txBody>
          <a:bodyPr wrap="square" rtlCol="0">
            <a:spAutoFit/>
          </a:bodyPr>
          <a:lstStyle/>
          <a:p>
            <a:pPr algn="ctr"/>
            <a:r>
              <a:rPr lang="en-US" dirty="0"/>
              <a:t>Full I2C Start</a:t>
            </a:r>
          </a:p>
        </p:txBody>
      </p:sp>
      <p:sp>
        <p:nvSpPr>
          <p:cNvPr id="19" name="TextBox 18">
            <a:extLst>
              <a:ext uri="{FF2B5EF4-FFF2-40B4-BE49-F238E27FC236}">
                <a16:creationId xmlns:a16="http://schemas.microsoft.com/office/drawing/2014/main" id="{497C8186-7AA3-D58A-6ADF-D1B0170FA741}"/>
              </a:ext>
            </a:extLst>
          </p:cNvPr>
          <p:cNvSpPr txBox="1"/>
          <p:nvPr/>
        </p:nvSpPr>
        <p:spPr>
          <a:xfrm>
            <a:off x="5230906" y="3993473"/>
            <a:ext cx="1401346" cy="369332"/>
          </a:xfrm>
          <a:prstGeom prst="rect">
            <a:avLst/>
          </a:prstGeom>
          <a:noFill/>
        </p:spPr>
        <p:txBody>
          <a:bodyPr wrap="none" rtlCol="0">
            <a:spAutoFit/>
          </a:bodyPr>
          <a:lstStyle/>
          <a:p>
            <a:r>
              <a:rPr lang="en-US" dirty="0"/>
              <a:t>Full I2C Stop</a:t>
            </a:r>
          </a:p>
        </p:txBody>
      </p:sp>
      <p:pic>
        <p:nvPicPr>
          <p:cNvPr id="21" name="Picture 20">
            <a:extLst>
              <a:ext uri="{FF2B5EF4-FFF2-40B4-BE49-F238E27FC236}">
                <a16:creationId xmlns:a16="http://schemas.microsoft.com/office/drawing/2014/main" id="{A38451C6-70D0-78CF-C400-8A376693225A}"/>
              </a:ext>
            </a:extLst>
          </p:cNvPr>
          <p:cNvPicPr>
            <a:picLocks noChangeAspect="1"/>
          </p:cNvPicPr>
          <p:nvPr/>
        </p:nvPicPr>
        <p:blipFill>
          <a:blip r:embed="rId4"/>
          <a:stretch>
            <a:fillRect/>
          </a:stretch>
        </p:blipFill>
        <p:spPr>
          <a:xfrm>
            <a:off x="554973" y="4362805"/>
            <a:ext cx="10813594" cy="1044683"/>
          </a:xfrm>
          <a:prstGeom prst="rect">
            <a:avLst/>
          </a:prstGeom>
        </p:spPr>
      </p:pic>
      <p:sp>
        <p:nvSpPr>
          <p:cNvPr id="22" name="TextBox 21">
            <a:extLst>
              <a:ext uri="{FF2B5EF4-FFF2-40B4-BE49-F238E27FC236}">
                <a16:creationId xmlns:a16="http://schemas.microsoft.com/office/drawing/2014/main" id="{94331270-3438-1293-7838-05DBCFB8EE10}"/>
              </a:ext>
            </a:extLst>
          </p:cNvPr>
          <p:cNvSpPr txBox="1"/>
          <p:nvPr/>
        </p:nvSpPr>
        <p:spPr>
          <a:xfrm>
            <a:off x="4972566" y="5592154"/>
            <a:ext cx="1918026" cy="369332"/>
          </a:xfrm>
          <a:prstGeom prst="rect">
            <a:avLst/>
          </a:prstGeom>
          <a:noFill/>
        </p:spPr>
        <p:txBody>
          <a:bodyPr wrap="none" rtlCol="0">
            <a:spAutoFit/>
          </a:bodyPr>
          <a:lstStyle/>
          <a:p>
            <a:r>
              <a:rPr lang="en-US" dirty="0"/>
              <a:t>Full Address Write</a:t>
            </a:r>
          </a:p>
        </p:txBody>
      </p:sp>
    </p:spTree>
    <p:extLst>
      <p:ext uri="{BB962C8B-B14F-4D97-AF65-F5344CB8AC3E}">
        <p14:creationId xmlns:p14="http://schemas.microsoft.com/office/powerpoint/2010/main" val="477133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BF4DE-9C13-31AB-DDA0-1D06BDF7D76B}"/>
              </a:ext>
            </a:extLst>
          </p:cNvPr>
          <p:cNvSpPr>
            <a:spLocks noGrp="1"/>
          </p:cNvSpPr>
          <p:nvPr>
            <p:ph type="title"/>
          </p:nvPr>
        </p:nvSpPr>
        <p:spPr>
          <a:xfrm>
            <a:off x="2231136" y="208091"/>
            <a:ext cx="7729728" cy="1188720"/>
          </a:xfrm>
        </p:spPr>
        <p:txBody>
          <a:bodyPr/>
          <a:lstStyle/>
          <a:p>
            <a:r>
              <a:rPr lang="en-US" dirty="0"/>
              <a:t>Screenshots </a:t>
            </a:r>
            <a:r>
              <a:rPr lang="en-US" dirty="0" err="1"/>
              <a:t>Cont</a:t>
            </a:r>
            <a:endParaRPr lang="en-US" dirty="0"/>
          </a:p>
        </p:txBody>
      </p:sp>
      <p:pic>
        <p:nvPicPr>
          <p:cNvPr id="5" name="Content Placeholder 4">
            <a:extLst>
              <a:ext uri="{FF2B5EF4-FFF2-40B4-BE49-F238E27FC236}">
                <a16:creationId xmlns:a16="http://schemas.microsoft.com/office/drawing/2014/main" id="{C6160A34-FA11-B878-4798-C01D5B07596F}"/>
              </a:ext>
            </a:extLst>
          </p:cNvPr>
          <p:cNvPicPr>
            <a:picLocks noGrp="1" noChangeAspect="1"/>
          </p:cNvPicPr>
          <p:nvPr>
            <p:ph idx="1"/>
          </p:nvPr>
        </p:nvPicPr>
        <p:blipFill>
          <a:blip r:embed="rId2"/>
          <a:stretch>
            <a:fillRect/>
          </a:stretch>
        </p:blipFill>
        <p:spPr>
          <a:xfrm>
            <a:off x="374744" y="1519518"/>
            <a:ext cx="11163927" cy="893764"/>
          </a:xfrm>
        </p:spPr>
      </p:pic>
      <p:sp>
        <p:nvSpPr>
          <p:cNvPr id="6" name="TextBox 5">
            <a:extLst>
              <a:ext uri="{FF2B5EF4-FFF2-40B4-BE49-F238E27FC236}">
                <a16:creationId xmlns:a16="http://schemas.microsoft.com/office/drawing/2014/main" id="{F11A07F3-98BE-56D3-F3E3-43299864944B}"/>
              </a:ext>
            </a:extLst>
          </p:cNvPr>
          <p:cNvSpPr txBox="1"/>
          <p:nvPr/>
        </p:nvSpPr>
        <p:spPr>
          <a:xfrm>
            <a:off x="374743" y="2505670"/>
            <a:ext cx="11163927" cy="923330"/>
          </a:xfrm>
          <a:prstGeom prst="rect">
            <a:avLst/>
          </a:prstGeom>
          <a:noFill/>
        </p:spPr>
        <p:txBody>
          <a:bodyPr wrap="square" rtlCol="0">
            <a:spAutoFit/>
          </a:bodyPr>
          <a:lstStyle/>
          <a:p>
            <a:r>
              <a:rPr lang="en-US" dirty="0"/>
              <a:t>Current Read Status – while working on this, I realized that I had some weird stuff going on with my </a:t>
            </a:r>
            <a:r>
              <a:rPr lang="en-US" dirty="0" err="1"/>
              <a:t>rx_byte</a:t>
            </a:r>
            <a:r>
              <a:rPr lang="en-US" dirty="0"/>
              <a:t> subroutines where I think I was clocking one extra time during this cycle. When debugging it, I was unable to find where the error was, so I think this is the best that I have…</a:t>
            </a:r>
          </a:p>
        </p:txBody>
      </p:sp>
      <p:pic>
        <p:nvPicPr>
          <p:cNvPr id="8" name="Picture 7" descr="A screenshot of a computer&#10;&#10;AI-generated content may be incorrect.">
            <a:extLst>
              <a:ext uri="{FF2B5EF4-FFF2-40B4-BE49-F238E27FC236}">
                <a16:creationId xmlns:a16="http://schemas.microsoft.com/office/drawing/2014/main" id="{126FD4B9-597E-7D9F-B1AD-CA305A68BA69}"/>
              </a:ext>
            </a:extLst>
          </p:cNvPr>
          <p:cNvPicPr>
            <a:picLocks noChangeAspect="1"/>
          </p:cNvPicPr>
          <p:nvPr/>
        </p:nvPicPr>
        <p:blipFill>
          <a:blip r:embed="rId3"/>
          <a:stretch>
            <a:fillRect/>
          </a:stretch>
        </p:blipFill>
        <p:spPr>
          <a:xfrm>
            <a:off x="484094" y="3531399"/>
            <a:ext cx="11163927" cy="1306249"/>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7B2C2DB3-985E-9E2D-E80A-866D4E73F853}"/>
              </a:ext>
            </a:extLst>
          </p:cNvPr>
          <p:cNvPicPr>
            <a:picLocks noChangeAspect="1"/>
          </p:cNvPicPr>
          <p:nvPr/>
        </p:nvPicPr>
        <p:blipFill>
          <a:blip r:embed="rId4"/>
          <a:stretch>
            <a:fillRect/>
          </a:stretch>
        </p:blipFill>
        <p:spPr>
          <a:xfrm>
            <a:off x="484094" y="4972720"/>
            <a:ext cx="11054576" cy="1471380"/>
          </a:xfrm>
          <a:prstGeom prst="rect">
            <a:avLst/>
          </a:prstGeom>
        </p:spPr>
      </p:pic>
    </p:spTree>
    <p:extLst>
      <p:ext uri="{BB962C8B-B14F-4D97-AF65-F5344CB8AC3E}">
        <p14:creationId xmlns:p14="http://schemas.microsoft.com/office/powerpoint/2010/main" val="463369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741DF-6FE5-4ABC-5A3A-BB1B771F65A0}"/>
              </a:ext>
            </a:extLst>
          </p:cNvPr>
          <p:cNvSpPr>
            <a:spLocks noGrp="1"/>
          </p:cNvSpPr>
          <p:nvPr>
            <p:ph type="title"/>
          </p:nvPr>
        </p:nvSpPr>
        <p:spPr>
          <a:xfrm>
            <a:off x="6641771" y="157869"/>
            <a:ext cx="5388864" cy="1092708"/>
          </a:xfrm>
        </p:spPr>
        <p:txBody>
          <a:bodyPr/>
          <a:lstStyle/>
          <a:p>
            <a:r>
              <a:rPr lang="en-US" dirty="0"/>
              <a:t>Screenshot </a:t>
            </a:r>
            <a:r>
              <a:rPr lang="en-US" dirty="0" err="1"/>
              <a:t>cont</a:t>
            </a:r>
            <a:endParaRPr lang="en-US" dirty="0"/>
          </a:p>
        </p:txBody>
      </p:sp>
      <p:pic>
        <p:nvPicPr>
          <p:cNvPr id="5" name="Content Placeholder 4" descr="A screenshot of a computer&#10;&#10;AI-generated content may be incorrect.">
            <a:extLst>
              <a:ext uri="{FF2B5EF4-FFF2-40B4-BE49-F238E27FC236}">
                <a16:creationId xmlns:a16="http://schemas.microsoft.com/office/drawing/2014/main" id="{C8328135-DA3D-20FA-EC73-06E3401D699D}"/>
              </a:ext>
            </a:extLst>
          </p:cNvPr>
          <p:cNvPicPr>
            <a:picLocks noGrp="1" noChangeAspect="1"/>
          </p:cNvPicPr>
          <p:nvPr>
            <p:ph idx="1"/>
          </p:nvPr>
        </p:nvPicPr>
        <p:blipFill>
          <a:blip r:embed="rId2"/>
          <a:stretch>
            <a:fillRect/>
          </a:stretch>
        </p:blipFill>
        <p:spPr>
          <a:xfrm>
            <a:off x="161365" y="-1"/>
            <a:ext cx="5388864" cy="6719893"/>
          </a:xfrm>
        </p:spPr>
      </p:pic>
      <p:sp>
        <p:nvSpPr>
          <p:cNvPr id="6" name="TextBox 5">
            <a:extLst>
              <a:ext uri="{FF2B5EF4-FFF2-40B4-BE49-F238E27FC236}">
                <a16:creationId xmlns:a16="http://schemas.microsoft.com/office/drawing/2014/main" id="{4EA9AFCF-ACA0-BAF9-3E08-9347A6E91E8B}"/>
              </a:ext>
            </a:extLst>
          </p:cNvPr>
          <p:cNvSpPr txBox="1"/>
          <p:nvPr/>
        </p:nvSpPr>
        <p:spPr>
          <a:xfrm>
            <a:off x="6723529" y="2770094"/>
            <a:ext cx="5383910" cy="369332"/>
          </a:xfrm>
          <a:prstGeom prst="rect">
            <a:avLst/>
          </a:prstGeom>
          <a:noFill/>
        </p:spPr>
        <p:txBody>
          <a:bodyPr wrap="none" rtlCol="0">
            <a:spAutoFit/>
          </a:bodyPr>
          <a:lstStyle/>
          <a:p>
            <a:r>
              <a:rPr lang="en-US" dirty="0"/>
              <a:t>To the left depicts my full I2C write + read transactions </a:t>
            </a:r>
          </a:p>
        </p:txBody>
      </p:sp>
    </p:spTree>
    <p:extLst>
      <p:ext uri="{BB962C8B-B14F-4D97-AF65-F5344CB8AC3E}">
        <p14:creationId xmlns:p14="http://schemas.microsoft.com/office/powerpoint/2010/main" val="1539976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6B948-2B42-4736-3A19-8FD85C2CEE31}"/>
              </a:ext>
            </a:extLst>
          </p:cNvPr>
          <p:cNvSpPr>
            <a:spLocks noGrp="1"/>
          </p:cNvSpPr>
          <p:nvPr>
            <p:ph type="title"/>
          </p:nvPr>
        </p:nvSpPr>
        <p:spPr/>
        <p:txBody>
          <a:bodyPr/>
          <a:lstStyle/>
          <a:p>
            <a:r>
              <a:rPr lang="en-US" dirty="0"/>
              <a:t>Circuit Diagram</a:t>
            </a:r>
          </a:p>
        </p:txBody>
      </p:sp>
      <p:pic>
        <p:nvPicPr>
          <p:cNvPr id="5" name="Content Placeholder 4" descr="A diagram of a device&#10;&#10;AI-generated content may be incorrect.">
            <a:extLst>
              <a:ext uri="{FF2B5EF4-FFF2-40B4-BE49-F238E27FC236}">
                <a16:creationId xmlns:a16="http://schemas.microsoft.com/office/drawing/2014/main" id="{35096FB6-7413-81EE-4CEF-D74FC5197655}"/>
              </a:ext>
            </a:extLst>
          </p:cNvPr>
          <p:cNvPicPr>
            <a:picLocks noGrp="1" noChangeAspect="1"/>
          </p:cNvPicPr>
          <p:nvPr>
            <p:ph idx="1"/>
          </p:nvPr>
        </p:nvPicPr>
        <p:blipFill>
          <a:blip r:embed="rId2"/>
          <a:stretch>
            <a:fillRect/>
          </a:stretch>
        </p:blipFill>
        <p:spPr>
          <a:xfrm>
            <a:off x="2515655" y="2296851"/>
            <a:ext cx="7160689" cy="4117396"/>
          </a:xfrm>
        </p:spPr>
      </p:pic>
    </p:spTree>
    <p:extLst>
      <p:ext uri="{BB962C8B-B14F-4D97-AF65-F5344CB8AC3E}">
        <p14:creationId xmlns:p14="http://schemas.microsoft.com/office/powerpoint/2010/main" val="465112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27ED9-0B41-39BB-DF95-CDE5C74DB37C}"/>
              </a:ext>
            </a:extLst>
          </p:cNvPr>
          <p:cNvSpPr>
            <a:spLocks noGrp="1"/>
          </p:cNvSpPr>
          <p:nvPr>
            <p:ph type="title"/>
          </p:nvPr>
        </p:nvSpPr>
        <p:spPr>
          <a:xfrm>
            <a:off x="7530352" y="265445"/>
            <a:ext cx="4205523" cy="1188720"/>
          </a:xfrm>
        </p:spPr>
        <p:txBody>
          <a:bodyPr/>
          <a:lstStyle/>
          <a:p>
            <a:r>
              <a:rPr lang="en-US" dirty="0"/>
              <a:t>Flow Chart</a:t>
            </a:r>
          </a:p>
        </p:txBody>
      </p:sp>
      <p:pic>
        <p:nvPicPr>
          <p:cNvPr id="13" name="Content Placeholder 12" descr="A diagram of a computer&#10;&#10;AI-generated content may be incorrect.">
            <a:extLst>
              <a:ext uri="{FF2B5EF4-FFF2-40B4-BE49-F238E27FC236}">
                <a16:creationId xmlns:a16="http://schemas.microsoft.com/office/drawing/2014/main" id="{58585DBB-2E68-E51C-32B7-DE20E6EF59BB}"/>
              </a:ext>
            </a:extLst>
          </p:cNvPr>
          <p:cNvPicPr>
            <a:picLocks noGrp="1" noChangeAspect="1"/>
          </p:cNvPicPr>
          <p:nvPr>
            <p:ph idx="1"/>
          </p:nvPr>
        </p:nvPicPr>
        <p:blipFill>
          <a:blip r:embed="rId2"/>
          <a:stretch>
            <a:fillRect/>
          </a:stretch>
        </p:blipFill>
        <p:spPr>
          <a:xfrm>
            <a:off x="0" y="94129"/>
            <a:ext cx="6992471" cy="6691721"/>
          </a:xfrm>
        </p:spPr>
      </p:pic>
    </p:spTree>
    <p:extLst>
      <p:ext uri="{BB962C8B-B14F-4D97-AF65-F5344CB8AC3E}">
        <p14:creationId xmlns:p14="http://schemas.microsoft.com/office/powerpoint/2010/main" val="1053297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EF311-7739-68AD-A0F0-27A8126CCEB5}"/>
              </a:ext>
            </a:extLst>
          </p:cNvPr>
          <p:cNvSpPr>
            <a:spLocks noGrp="1"/>
          </p:cNvSpPr>
          <p:nvPr>
            <p:ph type="title"/>
          </p:nvPr>
        </p:nvSpPr>
        <p:spPr>
          <a:xfrm>
            <a:off x="4100276" y="174813"/>
            <a:ext cx="3452488" cy="1212118"/>
          </a:xfrm>
        </p:spPr>
        <p:txBody>
          <a:bodyPr/>
          <a:lstStyle/>
          <a:p>
            <a:r>
              <a:rPr lang="en-US" dirty="0"/>
              <a:t>Flow chart </a:t>
            </a:r>
            <a:r>
              <a:rPr lang="en-US" dirty="0" err="1"/>
              <a:t>cont</a:t>
            </a:r>
            <a:endParaRPr lang="en-US" dirty="0"/>
          </a:p>
        </p:txBody>
      </p:sp>
      <p:pic>
        <p:nvPicPr>
          <p:cNvPr id="5" name="Content Placeholder 4" descr="A diagram of a flowchart&#10;&#10;AI-generated content may be incorrect.">
            <a:extLst>
              <a:ext uri="{FF2B5EF4-FFF2-40B4-BE49-F238E27FC236}">
                <a16:creationId xmlns:a16="http://schemas.microsoft.com/office/drawing/2014/main" id="{73848970-7E2D-3822-3B3A-8A51745B7758}"/>
              </a:ext>
            </a:extLst>
          </p:cNvPr>
          <p:cNvPicPr>
            <a:picLocks noGrp="1" noChangeAspect="1"/>
          </p:cNvPicPr>
          <p:nvPr>
            <p:ph idx="1"/>
          </p:nvPr>
        </p:nvPicPr>
        <p:blipFill>
          <a:blip r:embed="rId2"/>
          <a:stretch>
            <a:fillRect/>
          </a:stretch>
        </p:blipFill>
        <p:spPr>
          <a:xfrm>
            <a:off x="0" y="0"/>
            <a:ext cx="3966882" cy="6535068"/>
          </a:xfrm>
        </p:spPr>
      </p:pic>
      <p:pic>
        <p:nvPicPr>
          <p:cNvPr id="7" name="Picture 6" descr="A diagram of a flowchart&#10;&#10;AI-generated content may be incorrect.">
            <a:extLst>
              <a:ext uri="{FF2B5EF4-FFF2-40B4-BE49-F238E27FC236}">
                <a16:creationId xmlns:a16="http://schemas.microsoft.com/office/drawing/2014/main" id="{5E9E0172-6A34-CB81-ED37-3B9A161E232A}"/>
              </a:ext>
            </a:extLst>
          </p:cNvPr>
          <p:cNvPicPr>
            <a:picLocks noChangeAspect="1"/>
          </p:cNvPicPr>
          <p:nvPr/>
        </p:nvPicPr>
        <p:blipFill>
          <a:blip r:embed="rId3"/>
          <a:stretch>
            <a:fillRect/>
          </a:stretch>
        </p:blipFill>
        <p:spPr>
          <a:xfrm>
            <a:off x="7853082" y="174813"/>
            <a:ext cx="4199226" cy="6548716"/>
          </a:xfrm>
          <a:prstGeom prst="rect">
            <a:avLst/>
          </a:prstGeom>
        </p:spPr>
      </p:pic>
    </p:spTree>
    <p:extLst>
      <p:ext uri="{BB962C8B-B14F-4D97-AF65-F5344CB8AC3E}">
        <p14:creationId xmlns:p14="http://schemas.microsoft.com/office/powerpoint/2010/main" val="3918166497"/>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232</TotalTime>
  <Words>164</Words>
  <Application>Microsoft Macintosh PowerPoint</Application>
  <PresentationFormat>Widescreen</PresentationFormat>
  <Paragraphs>13</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Gill Sans MT</vt:lpstr>
      <vt:lpstr>Parcel</vt:lpstr>
      <vt:lpstr>Goal of project 2 – I2C Bit Banging</vt:lpstr>
      <vt:lpstr>Screenshots</vt:lpstr>
      <vt:lpstr>Screenshots Cont</vt:lpstr>
      <vt:lpstr>Screenshot cont</vt:lpstr>
      <vt:lpstr>Circuit Diagram</vt:lpstr>
      <vt:lpstr>Flow Chart</vt:lpstr>
      <vt:lpstr>Flow chart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Adolph, Ryan</dc:creator>
  <cp:lastModifiedBy>Adolph, Ryan</cp:lastModifiedBy>
  <cp:revision>3</cp:revision>
  <dcterms:created xsi:type="dcterms:W3CDTF">2026-02-03T16:01:35Z</dcterms:created>
  <dcterms:modified xsi:type="dcterms:W3CDTF">2026-02-03T19:53:56Z</dcterms:modified>
</cp:coreProperties>
</file>